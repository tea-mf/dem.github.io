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10.jpeg" ContentType="image/jpeg"/>
  <Override PartName="/ppt/media/image7.jpeg" ContentType="image/jpeg"/>
  <Override PartName="/ppt/media/image9.jpeg" ContentType="image/jpeg"/>
  <Override PartName="/ppt/media/image12.jpeg" ContentType="image/jpeg"/>
  <Override PartName="/ppt/media/image11.jpeg" ContentType="image/jpeg"/>
  <Override PartName="/ppt/media/image8.jpeg" ContentType="image/jpeg"/>
  <Override PartName="/ppt/media/image13.jpeg" ContentType="image/jpe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9" r:id="rId15"/>
    <p:sldMasterId id="2147483681" r:id="rId16"/>
    <p:sldMasterId id="2147483683" r:id="rId17"/>
    <p:sldMasterId id="2147483685" r:id="rId18"/>
    <p:sldMasterId id="2147483687" r:id="rId19"/>
    <p:sldMasterId id="2147483689" r:id="rId20"/>
    <p:sldMasterId id="2147483691" r:id="rId21"/>
    <p:sldMasterId id="2147483693" r:id="rId22"/>
  </p:sld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7291172"/>
        <c:axId val="84746294"/>
      </c:barChart>
      <c:catAx>
        <c:axId val="87291172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84746294"/>
        <c:crosses val="autoZero"/>
        <c:auto val="1"/>
        <c:lblAlgn val="ctr"/>
        <c:lblOffset val="100"/>
        <c:noMultiLvlLbl val="0"/>
      </c:catAx>
      <c:valAx>
        <c:axId val="8474629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729117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74027935"/>
        <c:axId val="18713442"/>
      </c:barChart>
      <c:catAx>
        <c:axId val="74027935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18713442"/>
        <c:crosses val="autoZero"/>
        <c:auto val="1"/>
        <c:lblAlgn val="ctr"/>
        <c:lblOffset val="100"/>
        <c:noMultiLvlLbl val="0"/>
      </c:catAx>
      <c:valAx>
        <c:axId val="18713442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7402793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0070333"/>
        <c:axId val="23541918"/>
      </c:barChart>
      <c:catAx>
        <c:axId val="80070333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23541918"/>
        <c:crosses val="autoZero"/>
        <c:auto val="1"/>
        <c:lblAlgn val="ctr"/>
        <c:lblOffset val="100"/>
        <c:noMultiLvlLbl val="0"/>
      </c:catAx>
      <c:valAx>
        <c:axId val="2354191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007033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7AD0F0-7C6B-436F-B730-47C0FCA984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EBC39D1-10F6-426D-B64C-9528A253B77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8EAA504-897C-48F6-99D3-D16063980B52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AA77598-0B32-409E-AD23-1D1C8213EE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4DE4DB8-B682-48EE-8A93-26A14AB7A3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6AC0B3D-8007-4F0B-825C-A63A9A6E50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4A7E681-7899-4609-A5B2-F120DAF7B8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415B9BB-A2DD-4468-BB68-FC38F8CFB0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0F8ADD8-3492-42FB-9476-060032FFAB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B267D87-7CD8-47ED-86A2-E24BA389BE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5A25C22-58FF-4226-A516-FC50876FA5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5458F4C-81EA-4507-AEAD-B625FC2370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CA375AF-3F66-4396-96AD-E127BF1D6E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456379BE-14E0-4033-B52B-D91766F468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98877B7-F5C2-4003-9F8B-D958FADE05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1CB2676-4CF0-431B-959D-58B36E2D2B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B505B2D-1D7C-4297-BFFF-30F0DE1A9B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12F7BDC1-3BA6-470F-977E-FB3D7CFD7E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B10F747-D2A0-4945-B3D2-B703133386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C2C9994-EE0D-435F-BE98-A10E716607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BF75BAC-BC59-4657-8DB7-0A462B13D7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81AD1C98-3B7F-4C55-9E61-1F0FC4A1C9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4C57D6E1-E0B8-4F04-A125-8773328B5A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1E200D01-6FC2-45C2-873E-FB1BE5E548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708EED2-D5CB-4622-B019-1AD87EF4FE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01E79427-8504-4F17-9569-31889D4C7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9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20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1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2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23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4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5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A3B83A8-0079-4433-BBB0-8A03BCC1F124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A51F9F-7B5E-4D47-8447-D6052B01D5B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E28652C-97D8-466D-93F1-8C610048E8F2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E224532-3BE1-4463-B029-E9723922E1D4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BCE692C-5375-4607-B8E9-F019D8C9B7B8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5488DD1-5FD8-4490-8B64-22A1D316B53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30CCCD3-DA3C-44A0-9EC4-2AACE38C337E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916B080-D71C-4B0D-8BDC-E36760897D6A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A65031A-25DE-454A-ADFA-89B1503196F3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6FD1CDF-DD5E-43F9-A084-5A2A0D7D86A5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92456D-4F2D-4465-91CA-7B1BA48AD922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A47ABB8-D994-4997-BD5F-DCE1F15CBACB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  <p:sldLayoutId id="2147483675" r:id="rId4"/>
    <p:sldLayoutId id="2147483676" r:id="rId5"/>
    <p:sldLayoutId id="2147483677" r:id="rId6"/>
    <p:sldLayoutId id="2147483678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D292B8D-32F4-431A-B373-E394F2F49537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74F223-9319-4085-AE6C-1AB953A1C21C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FD4BD1-EC26-41C5-96B1-DB85EF95FBEC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C63A2E-1295-4187-82DB-E5DD0D14CCE9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EE416DA-F486-4EE5-BE95-BBEA8FFB33ED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5606B91-F8CC-40CB-8DFA-D1D233881591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2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38FE366-64F1-4DE6-9372-E2BF0494F127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6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C079394-8186-4F1C-A0B5-2A7B348B7DBB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2011680" y="228600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b="1" lang="ru-RU" sz="44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23 Февраля и 8 Марта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2011680" y="41148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202С, Федорова Марина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С Днём защитника Отечества!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•23 февраля — один из самых важных праздников в календаре России. Это день, когда мы чествуем тех, кто посвятил свою жизнь защите Родины, кто с честью и мужеством охраняет мир и спокойствие нашей страны. Праздник объединяет поколения и напоминает о героическом прошлом и настоящем нашей армии.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9170640" y="3990240"/>
            <a:ext cx="2012760" cy="25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История праздника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•День защитника Отечества отмечается с 1918 года. Изначально это был день рождения Красной Армии. Сегодня мы поздравляем всех, кто защищает свою Родину, кто стоит на страже мира и безопасности нашей страны.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9171000" y="3990240"/>
            <a:ext cx="2012760" cy="25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Мужество и доблесть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Быть защитником — это значит быть сильным, смелым и ответственным. Это не только физическая сила, но и сила духа, готовность прийти на помощь и защитить тех, кто дорог.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9171000" y="3990240"/>
            <a:ext cx="2012760" cy="25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Надёжный щит страны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•Современная армия — это профессионализм, высокие технологии и мощь. Спасибо всем военнослужащим за мирное небо над головой, за спокойствие и безопасность наших семей!</a:t>
            </a:r>
            <a:br>
              <a:rPr sz="2000"/>
            </a:b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9171000" y="3990240"/>
            <a:ext cx="2012760" cy="25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Дорогие мужчины! С праздником!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Желаем крепкого здоровья, удачи и благополучия! Пусть в вашей жизни будет больше мирных дней, чем боевых. Счастья, любви и поддержки близких! С Днём защитника Отечества!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9171000" y="3990240"/>
            <a:ext cx="2012760" cy="25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С Международным женским днём!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8 Марта — это не просто праздник, это настоящий гимн красоте, нежности и женственности. Это день, когда весь мир говорит женщинам спасибо за их любовь, заботу и тепло. День, когда цветы, улыбки и комплименты звучат в адрес каждой женщины.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8728560" y="3767400"/>
            <a:ext cx="2653560" cy="261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Первое дыхание весны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Как первые тюльпаны пробиваются сквозь снег, так и женщина приносит в этот мир тепло, жизнь и надежду. Женщина способна преображать всё вокруг, дарить радость и вдохновение.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8728920" y="3767760"/>
            <a:ext cx="2653560" cy="261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Вдохновение и красота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Женщина — это муза, хранительница очага и источник вдохновения. Ваша элегантность, мудрость и внутренняя сила восхищают нас каждый день. Вы делаете этот мир прекраснее!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8728920" y="3767760"/>
            <a:ext cx="2653560" cy="261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Тепло домашнего очага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Спасибо за вашу заботу, любовь и тот особый уют, который вы создаёте. Пусть каждый ваш день будет наполнен радостью, вниманием близких и приятными сюрпризами!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8728920" y="3767760"/>
            <a:ext cx="2653560" cy="261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914400" y="13716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С 8 Марта!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914400" y="2286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34185"/>
                </a:solidFill>
                <a:effectLst/>
                <a:uFillTx/>
                <a:latin typeface="Montserrat"/>
              </a:rPr>
              <a:t>• Желаем счастья, любви, здоровья и исполнения всех желаний! Пусть ваши глаза всегда сияют от радости, а жизнь будет такой же яркой и прекрасной, как этот букет тюльпанов!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8728920" y="3767760"/>
            <a:ext cx="2653560" cy="261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92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920" cy="23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LibreOffice/25.2.6.2$Linux_X86_64 LibreOffice_project/520$Build-2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2026-03-07T12:02:12Z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